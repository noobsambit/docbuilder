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Source-grounded sample. Separately authored presentation, not instant report conversion.</a:t>
            </a:r>
          </a:p>
          <a:p>
            <a:r>
              <a:t>Renewables 2025: https://www.iea.org/reports/renewables-2025</a:t>
            </a:r>
          </a:p>
          <a:p>
            <a:r>
              <a:t>Energy Storage: https://www.energy.gov/energy-storage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ea.org/reports/renewables-2025" TargetMode="External"/><Relationship Id="rId3" Type="http://schemas.openxmlformats.org/officeDocument/2006/relationships/hyperlink" Target="https://www.energy.gov/energy-storage" TargetMode="Externa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LEADERSHIP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Clean Energy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A more resilient energy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RENEWABLE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Market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Electricity, transport and heat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Policy and market conditions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Technology deployment through 2030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ENERGY FLEXIBILITY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Storage and flexibility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Retain energy from wind and solar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Use it when those resources are unavailable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Review batteries and pumped storage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LEADERSHIP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Risks and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Review forecast assumptions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Assess local policy and constraints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Document project-specific storage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FROM CONTEXT TO A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Read the original sources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Document assumptions</a:t>
            </a:r>
          </a:p>
          <a:p>
            <a:pPr>
              <a:spcAft>
                <a:spcPts val="1200"/>
              </a:spcAft>
              <a:defRPr sz="2300" b="0">
                <a:solidFill>
                  <a:srgbClr val="223E30"/>
                </a:solidFill>
                <a:latin typeface="Calibri"/>
              </a:defRPr>
            </a:pPr>
            <a:r>
              <a:t>Assess project-specific storage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CONTINUE THE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223E30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79" y="1280160"/>
            <a:ext cx="3474720" cy="4389120"/>
          </a:xfrm>
          <a:prstGeom prst="rect">
            <a:avLst/>
          </a:prstGeom>
          <a:solidFill>
            <a:srgbClr val="D9E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8686800" y="3108960"/>
            <a:ext cx="0" cy="192024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8686800" y="246888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8680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8138160" y="3108960"/>
            <a:ext cx="548640" cy="274319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58400" y="2286000"/>
            <a:ext cx="0" cy="274320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0058400" y="1645920"/>
            <a:ext cx="0" cy="64008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5840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9509760" y="2286000"/>
            <a:ext cx="548640" cy="274320"/>
          </a:xfrm>
          <a:prstGeom prst="line">
            <a:avLst/>
          </a:prstGeom>
          <a:ln w="38100">
            <a:solidFill>
              <a:srgbClr val="5670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38160" y="52120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223E30"/>
                </a:solidFill>
                <a:latin typeface="Calibri"/>
              </a:defRPr>
            </a:pPr>
            <a:r>
              <a:t>Schematic illustration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461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23E30"/>
                </a:solidFill>
                <a:latin typeface="Calibri"/>
              </a:defRPr>
            </a:pPr>
            <a:r>
              <a:t>Renewables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75887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IEA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223E30"/>
                </a:solidFill>
                <a:latin typeface="Calibri"/>
              </a:defRPr>
            </a:pPr>
            <a:r>
              <a:rPr>
                <a:hlinkClick r:id="rId2"/>
              </a:rPr>
              <a:t>https://www.iea.org/reports/renewables-2025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223E30"/>
                </a:solidFill>
                <a:latin typeface="Calibri"/>
              </a:defRPr>
            </a:pPr>
            <a:r>
              <a:t>Energy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4748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0">
                <a:solidFill>
                  <a:srgbClr val="223E30"/>
                </a:solidFill>
                <a:latin typeface="Calibri"/>
              </a:defRPr>
            </a:pPr>
            <a:r>
              <a:t>US Department of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1324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0">
                <a:solidFill>
                  <a:srgbClr val="223E30"/>
                </a:solidFill>
                <a:latin typeface="Calibri"/>
              </a:defRPr>
            </a:pPr>
            <a:r>
              <a:rPr>
                <a:hlinkClick r:id="rId3"/>
              </a:rPr>
              <a:t>https://www.energy.gov/energy-storage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264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0">
                <a:solidFill>
                  <a:srgbClr val="223E30"/>
                </a:solidFill>
                <a:latin typeface="Calibri"/>
              </a:defRPr>
            </a:pPr>
            <a:r>
              <a:t>DocBuilder sample presentation                                     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Clean Energy Outlook leadership presentation</dc:title>
  <dc:subject/>
  <dc:creator>DocBuilder AI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