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9144000" cy="2743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7315200" cy="1371600"/>
          </a:xfrm>
          <a:prstGeom prst="rect">
            <a:avLst/>
          </a:prstGeom>
          <a:noFill/>
        </p:spPr>
        <p:txBody>
          <a:bodyPr wrap="square" anchor="ctr">
            <a:spAutoFit/>
          </a:bodyPr>
          <a:lstStyle/>
          <a:p>
            <a:pPr algn="ctr">
              <a:defRPr sz="4400" b="1">
                <a:solidFill>
                  <a:srgbClr val="1F4788"/>
                </a:solidFill>
                <a:latin typeface="Calibri"/>
              </a:defRPr>
            </a:pPr>
            <a:r>
              <a:t>Test Presentation - Formatting Demo</a:t>
            </a:r>
          </a:p>
        </p:txBody>
      </p:sp>
      <p:sp>
        <p:nvSpPr>
          <p:cNvPr id="5" name="Rectangle 4"/>
          <p:cNvSpPr/>
          <p:nvPr/>
        </p:nvSpPr>
        <p:spPr>
          <a:xfrm>
            <a:off x="2743200" y="3749039"/>
            <a:ext cx="365760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23360"/>
            <a:ext cx="7315200" cy="457200"/>
          </a:xfrm>
          <a:prstGeom prst="rect">
            <a:avLst/>
          </a:prstGeom>
          <a:noFill/>
        </p:spPr>
        <p:txBody>
          <a:bodyPr wrap="square">
            <a:spAutoFit/>
          </a:bodyPr>
          <a:lstStyle/>
          <a:p>
            <a:pPr algn="ctr">
              <a:defRPr sz="1800">
                <a:solidFill>
                  <a:srgbClr val="333333"/>
                </a:solidFill>
                <a:latin typeface="Calibri"/>
              </a:defRPr>
            </a:pPr>
            <a:r>
              <a:t>Generated by AI Doc Builder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Calibri"/>
              </a:defRPr>
            </a:pPr>
            <a:r>
              <a:t>Introduction to Cell Division</a:t>
            </a:r>
          </a:p>
        </p:txBody>
      </p:sp>
      <p:sp>
        <p:nvSpPr>
          <p:cNvPr id="5" name="Rectangle 4"/>
          <p:cNvSpPr/>
          <p:nvPr/>
        </p:nvSpPr>
        <p:spPr>
          <a:xfrm>
            <a:off x="365760" y="1234440"/>
            <a:ext cx="8412480" cy="27432"/>
          </a:xfrm>
          <a:prstGeom prst="rect">
            <a:avLst/>
          </a:prstGeom>
          <a:solidFill>
            <a:srgbClr val="1F4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333333"/>
                </a:solidFill>
                <a:latin typeface="Calibri"/>
              </a:defRPr>
            </a:pPr>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2E75B6"/>
                </a:solidFill>
                <a:latin typeface="Calibri"/>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Calibri"/>
              </a:defRPr>
            </a:pPr>
            <a:r>
              <a:t>Key Concepts</a:t>
            </a:r>
          </a:p>
        </p:txBody>
      </p:sp>
      <p:sp>
        <p:nvSpPr>
          <p:cNvPr id="5" name="Rectangle 4"/>
          <p:cNvSpPr/>
          <p:nvPr/>
        </p:nvSpPr>
        <p:spPr>
          <a:xfrm>
            <a:off x="365760" y="1234440"/>
            <a:ext cx="8412480" cy="27432"/>
          </a:xfrm>
          <a:prstGeom prst="rect">
            <a:avLst/>
          </a:prstGeom>
          <a:solidFill>
            <a:srgbClr val="1F4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333333"/>
                </a:solidFill>
                <a:latin typeface="Calibri"/>
              </a:defRPr>
            </a:pPr>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2E75B6"/>
                </a:solidFill>
                <a:latin typeface="Calibri"/>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Calibri"/>
              </a:defRPr>
            </a:pPr>
            <a:r>
              <a:t>Importance in Biology</a:t>
            </a:r>
          </a:p>
        </p:txBody>
      </p:sp>
      <p:sp>
        <p:nvSpPr>
          <p:cNvPr id="5" name="Rectangle 4"/>
          <p:cNvSpPr/>
          <p:nvPr/>
        </p:nvSpPr>
        <p:spPr>
          <a:xfrm>
            <a:off x="365760" y="1234440"/>
            <a:ext cx="8412480" cy="27432"/>
          </a:xfrm>
          <a:prstGeom prst="rect">
            <a:avLst/>
          </a:prstGeom>
          <a:solidFill>
            <a:srgbClr val="1F4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333333"/>
                </a:solidFill>
                <a:latin typeface="Calibri"/>
              </a:defRPr>
            </a:pPr>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2E75B6"/>
                </a:solidFill>
                <a:latin typeface="Calibri"/>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